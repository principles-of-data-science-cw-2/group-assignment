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8046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48640" y="822960"/>
            <a:ext cx="109728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6012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Demand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Revenue &amp; Order Volume Prediction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4160520"/>
            <a:ext cx="155448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818120" y="4160520"/>
            <a:ext cx="123444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4160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Grad. Boosting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Objective &amp; Data Preparation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91440" cy="4160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41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</a:t>
            </a:r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daily_revenue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daily_order_volume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next 30 days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~333,000+ retail transaction rows (2010–2011)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aggregated into daily records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calendar dates gap-filled with zero-activity rows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all days except final 30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test: final 30 days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— no data leakage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777240"/>
            <a:ext cx="91440" cy="4160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41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Modelled Series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1216152"/>
            <a:ext cx="37490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261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daily_revenue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sum of Total_Revenue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1627632"/>
            <a:ext cx="37490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6733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daily_order_volume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unique Invoice count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039112"/>
            <a:ext cx="3749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0848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line_count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450592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4963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daily_quantity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862072"/>
            <a:ext cx="3749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907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unique_customers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273552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3192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unique_stockcodes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685032"/>
            <a:ext cx="374904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730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avg_unit_price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4096512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1422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avg_order_value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derived: revenue ÷ order volume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605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406908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 (Baseline)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last 7 days of training data (one weekly cycle)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those 7 values forward to fill the 30-day horizon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trend learning, no feature interactions — pure weekly repetition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clipped at zero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minimum-performance benchmark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41605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406908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 (HistGBR)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298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engineered features: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572768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calendar features (day_of_week, month, quarter, is_weekend…)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features: t−1, t−7, t−14, t−28 for each of 8 series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means over 7-day and 28-day windows for each series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788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strategy: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06324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multi-step: each predicted day feeds next day's features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regressors for all 7 supporting series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Hyperparameters: lr=0.05, max_depth=4, max_iter=400, min_samples_leaf=10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42793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exogenous data leakage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Evaluation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6517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749808"/>
            <a:ext cx="26517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7498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Error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749808"/>
            <a:ext cx="26517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7498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WAPE —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Absolute % Error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44168"/>
          <a:ext cx="8595360" cy="173736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1188720"/>
                <a:gridCol w="118872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WAPE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Naive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daily_order_volume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Naive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daily_order_volume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274320" y="312724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RMSE per target; MAE as tiebreaker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3493008"/>
            <a:ext cx="859536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49300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outperforms Seasonal Naive on daily revenue but underperforms on daily order volume.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4251960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251960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model_metric_comparison.png]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09160" y="4251960"/>
            <a:ext cx="416052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9160" y="4251960"/>
            <a:ext cx="4160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holdout_comparison.png]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Mixed Results?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6052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40690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GB Wins on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has higher variance; influenced by order sizes, product mix, and pricing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&amp; rolling features capture momentum and cross-series signals effectively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effects (month-end surges, weekday patterns) create exploitable patterns beyond simple weekly repeat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non-linear interactions (e.g. high avg_unit_price + high unique_customers → revenue spike)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41605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406908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GB Struggles on Order Volume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follows a stable, highly periodic weekly cycle with low variance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is already near-optimal — very little room for improvement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prediction errors compound day-over-day; in a low-variance series, even small compounding errors degrade performance below the naive floor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Forward Forecast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Best Model Deployment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8595360" cy="118872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463040"/>
                <a:gridCol w="14630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Daily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[model]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daily_order_volume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[model]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[value]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487168"/>
            <a:ext cx="859536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487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2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deploys the best model per target — may use Gradient Boosting for revenue and Seasonal Naive for order volume simultaneously.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3200400"/>
            <a:ext cx="8595360" cy="17190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200400"/>
            <a:ext cx="85953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future_forecast_comparison.png]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Improvements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6052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406908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Limited training history (~1 year of daily data)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Recursive error compounding in multi-step GB forecasts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external regressors (holidays, promotions, macroeconomic factors)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Single seasonal period (weekly only; no monthly/yearly seasonality)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Single holdout split — no time-series cross-validation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Zero-fill assumption for missing dates (may bias if gaps are data issues)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Static hyperparameters (not tuned per-run or per-series)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41605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406908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298448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Incorporate holidays, promotions, macroeconomic data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 rolling-origin or expanding-window cross-validation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Experiment with ARIMA/SARIMAX, Prophet, LSTM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Capture monthly/yearly seasonality explicitly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Automated hyperparameter tuning (Optuna / Bayesian optimization)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Add prediction intervals / confidence bands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Build real-time forecast monitoring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260604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89888"/>
            <a:ext cx="260604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Two-Model Comparison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5681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baseline vs. Gradient Boosting with 55 engineered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389888"/>
            <a:ext cx="260604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389888"/>
            <a:ext cx="260604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554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Automatic Model Selection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95681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selection ensures the best available model is always deployed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89888"/>
            <a:ext cx="260604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389888"/>
            <a:ext cx="260604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55448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95681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complexity doesn't always win — Seasonal Naive is sufficient for stable, periodic series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64408"/>
            <a:ext cx="429768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64408"/>
            <a:ext cx="429768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290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 Forecasts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831336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purchasing decisions and cash-flow planning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264408"/>
            <a:ext cx="429768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264408"/>
            <a:ext cx="429768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4290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Order Volume Forecasts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3831336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staffing and logistics scheduling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0" y="4892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Demand Forecasting</dc:title>
  <dc:subject>PptxGenJS Presentation</dc:subject>
  <dc:creator>PptxGenJS</dc:creator>
  <cp:lastModifiedBy>PptxGenJS</cp:lastModifiedBy>
  <cp:revision>1</cp:revision>
  <dcterms:created xsi:type="dcterms:W3CDTF">2026-04-09T05:11:47Z</dcterms:created>
  <dcterms:modified xsi:type="dcterms:W3CDTF">2026-04-09T05:11:47Z</dcterms:modified>
</cp:coreProperties>
</file>